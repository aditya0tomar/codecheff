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C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914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Calibri"/>
              </a:defRPr>
            </a:pPr>
            <a:r>
              <a:t>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5722"/>
                </a:solidFill>
                <a:latin typeface="Calibri"/>
              </a:defRPr>
            </a:pPr>
            <a:r>
              <a:t>CodeChef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Cook Smart, Eat Awesome!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6960"/>
                </a:solidFill>
                <a:latin typeface="Calibri"/>
              </a:defRPr>
            </a:pPr>
            <a:r>
              <a:t>AI-powered recipe finder for college hostellers — cook with whatever you've got.</a:t>
            </a:r>
            <a:br/>
            <a:r>
              <a:t>No grocery runs. No missing ingredients. Just instant recipes.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6960"/>
                </a:solidFill>
                <a:latin typeface="Calibri"/>
              </a:defRPr>
            </a:pPr>
            <a:r>
              <a:t>College Hackathon Project  •  Powered by Groq Llama 3.1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"Kya banau aaj?" — Every Hosteller, Every 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Reality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🛒 Recipe sites work backwards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You search a dish, then find you're missing 3 ingredients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🏠 Limited equipment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No oven, sometimes no gas — just a kettle or induction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💸 Tight budgets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Can't run to grocery store for one missing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🕐 No time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Between classes, assignments, and mess closures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🤷 Decision fatigue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"I have aloo, pyaaz, and bread... now what?"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0972800" cy="731520"/>
          </a:xfrm>
          <a:prstGeom prst="roundRect">
            <a:avLst>
              <a:gd name="adj" fmla="val 15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⚡ 80% of hostel students eat the same 3-4 things on repeat because they don't know what else to make.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Our Solution — CodeChef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An AI recipe generator that works YOUR way — ingredients first, recipes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1305"/>
                </a:solidFill>
                <a:latin typeface="Calibri"/>
              </a:defRPr>
            </a:pPr>
            <a:r>
              <a:t>❌  Traditional Recipe Sites: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7A6960"/>
                </a:solidFill>
                <a:latin typeface="Calibri"/>
              </a:defRPr>
            </a:pPr>
            <a:r>
              <a:t>1. Search "Paneer Tikka"</a:t>
            </a:r>
          </a:p>
          <a:p>
            <a:pPr>
              <a:spcAft>
                <a:spcPts val="600"/>
              </a:spcAft>
              <a:defRPr sz="1600">
                <a:solidFill>
                  <a:srgbClr val="7A6960"/>
                </a:solidFill>
                <a:latin typeface="Calibri"/>
              </a:defRPr>
            </a:pPr>
            <a:r>
              <a:t>2. See ingredient list</a:t>
            </a:r>
          </a:p>
          <a:p>
            <a:pPr>
              <a:spcAft>
                <a:spcPts val="600"/>
              </a:spcAft>
              <a:defRPr sz="1600">
                <a:solidFill>
                  <a:srgbClr val="7A6960"/>
                </a:solidFill>
                <a:latin typeface="Calibri"/>
              </a:defRPr>
            </a:pPr>
            <a:r>
              <a:t>3. Missing 5 items 😢</a:t>
            </a:r>
          </a:p>
          <a:p>
            <a:pPr>
              <a:spcAft>
                <a:spcPts val="600"/>
              </a:spcAft>
              <a:defRPr sz="1600">
                <a:solidFill>
                  <a:srgbClr val="7A6960"/>
                </a:solidFill>
                <a:latin typeface="Calibri"/>
              </a:defRPr>
            </a:pPr>
            <a:r>
              <a:t>4. Go to store or give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722"/>
                </a:solidFill>
                <a:latin typeface="Calibri"/>
              </a:defRPr>
            </a:pPr>
            <a:r>
              <a:t>✅  CodeChef Approach: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1. Select: Aloo, Pyaaz, Dahi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2. Set: Kettle + 15 min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3. Get 4 instant recipes! 🎉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4. Cook &amp; eat in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E1305"/>
                </a:solidFill>
                <a:latin typeface="Calibri"/>
              </a:defRPr>
            </a:pPr>
            <a:r>
              <a:t>💡 "Type in whatever ingredients you have lying around, and AI instantly gives you recipes you can actually cook — right now, no grocery run needed."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Landing Page — First Impression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Beautiful, mobile-first home screen with micro-animations</a:t>
            </a:r>
          </a:p>
        </p:txBody>
      </p:sp>
      <p:pic>
        <p:nvPicPr>
          <p:cNvPr id="6" name="Picture 5" descr="landing_page_17854842328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653887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1305"/>
                </a:solidFill>
                <a:latin typeface="Calibri"/>
              </a:defRPr>
            </a:pPr>
            <a:r>
              <a:t>Key Design Elements: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517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🎨  Warm Orange &amp; Cream premium color palette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🪄  Floating food emoji micro-animations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⚡  3 feature highlight cards — instant value communication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🍳  3D Hero Graphic — strong brand identity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📖  'How It Works' — 3-step visual explainer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🌶️  Glowing CTA Button — 'Open CodeChef &amp; Cook'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⭐  Popular Ingredients quick-select bar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Feature 1 — Smart Ingredient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100+ pre-loaded Indian ingredients with category filters</a:t>
            </a:r>
          </a:p>
        </p:txBody>
      </p:sp>
      <p:pic>
        <p:nvPicPr>
          <p:cNvPr id="6" name="Picture 5" descr="ingredient_selection_17854842432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653887" cy="47548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0" y="2103120"/>
          <a:ext cx="7498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🏷️ Category Pills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Veggies, Masale, Staples, Dairy, Hostel Snacks, Fruits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🔍 Real-time Search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Instantly filter from 100+ ingredients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👆 Tap-to-Select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Orange gradient highlight on selected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✏️ Custom Input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Type any custom ingredient (comma-separated)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🔢 Live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Shows "X selected" in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Feature 2 — Hostel Mode  🏆  (Our USP!)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Equipment constraints + time filters for real hostel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1305"/>
                </a:solidFill>
                <a:latin typeface="Calibri"/>
              </a:defRPr>
            </a:pPr>
            <a:r>
              <a:t>Equipment Toggles: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194560" cy="640080"/>
          </a:xfrm>
          <a:prstGeom prst="roundRect">
            <a:avLst>
              <a:gd name="adj" fmla="val 15000"/>
            </a:avLst>
          </a:prstGeom>
          <a:solidFill>
            <a:srgbClr val="FFF0EB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E1305"/>
                </a:solidFill>
                <a:latin typeface="Calibri"/>
              </a:defRPr>
            </a:pPr>
            <a:r>
              <a:t>🫖 Kettle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2926080"/>
            <a:ext cx="2194560" cy="640080"/>
          </a:xfrm>
          <a:prstGeom prst="roundRect">
            <a:avLst>
              <a:gd name="adj" fmla="val 15000"/>
            </a:avLst>
          </a:prstGeom>
          <a:solidFill>
            <a:srgbClr val="FFF0EB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E1305"/>
                </a:solidFill>
                <a:latin typeface="Calibri"/>
              </a:defRPr>
            </a:pPr>
            <a:r>
              <a:t>🍳 Induction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219456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A6960"/>
                </a:solidFill>
                <a:latin typeface="Calibri"/>
              </a:defRPr>
            </a:pPr>
            <a:r>
              <a:t>📻 Microwave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3840480"/>
            <a:ext cx="219456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A6960"/>
                </a:solidFill>
                <a:latin typeface="Calibri"/>
              </a:defRPr>
            </a:pPr>
            <a:r>
              <a:t>⚡ No 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E1305"/>
                </a:solidFill>
                <a:latin typeface="Calibri"/>
              </a:defRPr>
            </a:pPr>
            <a:r>
              <a:t>⏱️  Max Time Filter:   [Any]   [⚡10 min]   [⏱️20 min]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303520" cy="3474720"/>
          </a:xfrm>
          <a:prstGeom prst="roundRect">
            <a:avLst>
              <a:gd name="adj" fmla="val 1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🏆 WHY THIS IS UNIQUE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No other recipe app filters by hostel equipment constraints.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A student with ONLY a kettle will get ONLY kettle-friendly recipes.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Time filters ensure recipes fit between classes.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This alone solves the #1 hostel cooking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Feature 3 — AI-Powered Recipe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Instant recipes from Groq Llama 3.1 8B in under 3 seconds</a:t>
            </a:r>
          </a:p>
        </p:txBody>
      </p:sp>
      <p:pic>
        <p:nvPicPr>
          <p:cNvPr id="6" name="Picture 5" descr="recipe_results_1785484255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653887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1305"/>
                </a:solidFill>
                <a:latin typeface="Calibri"/>
              </a:defRPr>
            </a:pPr>
            <a:r>
              <a:t>Each Recipe Card Includes: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517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📛  Recipe Name — bold, eye-catching typography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⏱️  Time Tag — "15 min", "10 min" etc.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🔧  Equipment Tag — "Induction", "Kettle"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📊  Match Percentage — "100% Match", "90% Match"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📝  Short Description — taste &amp; style preview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💡  Jugaad Swap Box — desi ingredient alternatives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👉  View Steps — opens full cooking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Feature 4 — Jugaad Swaps (Smart Substitutes)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Missing an ingredient? AI gives instant desi jugaad alternatives!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Missing Item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Jugaad Swap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Works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🥛 No Dahi?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Mayo + Lemon juice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Similar tang &amp; creaminess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🧀 No Paneer?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Bread soaked in milk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Similar texture when cooked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🧈 No Butter?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Oil + pinch of salt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Same fat base for cooking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🍅 No Tomato?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Ketchup + water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Same acidity &amp; color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🌿 No Coriander?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Pudina or 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Similar garnish flavor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🥚 No Eggs?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Besan batter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Similar binding property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94360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E1305"/>
                </a:solidFill>
                <a:latin typeface="Calibri"/>
              </a:defRPr>
            </a:pPr>
            <a:r>
              <a:t>💡 Every recipe card has a dedicated yellow Jugaad Box with AI-suggested alternatives — even if you're missing 1-2 items, you can STILL cook!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Feature 5 — Step-by-Step Cooking Guide with Timers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Interactive bottom sheet modal with built-in countdown timers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E1305"/>
                </a:solidFill>
                <a:latin typeface="Calibri"/>
              </a:defRPr>
            </a:pPr>
            <a:r>
              <a:t>  ①  Wash and chop potatoes into small cubes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E1305"/>
                </a:solidFill>
                <a:latin typeface="Calibri"/>
              </a:defRPr>
            </a:pPr>
            <a:r>
              <a:t>  ②  Heat oil on induction, add cumin seeds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1752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FF0EB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5722"/>
                </a:solidFill>
                <a:latin typeface="Calibri"/>
              </a:defRPr>
            </a:pPr>
            <a:r>
              <a:t>⏱️ 2:00 [▶ Start]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E1305"/>
                </a:solidFill>
                <a:latin typeface="Calibri"/>
              </a:defRPr>
            </a:pPr>
            <a:r>
              <a:t>  ③  Add chopped onions, fry until golden brown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E1305"/>
                </a:solidFill>
                <a:latin typeface="Calibri"/>
              </a:defRPr>
            </a:pPr>
            <a:r>
              <a:t>  ④  Add haldi, mirch, salt — cook well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57200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FF0EB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5722"/>
                </a:solidFill>
                <a:latin typeface="Calibri"/>
              </a:defRPr>
            </a:pPr>
            <a:r>
              <a:t>⏱️ 5:00 [▶ Start]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79"/>
            <a:ext cx="59436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E1305"/>
                </a:solidFill>
                <a:latin typeface="Calibri"/>
              </a:defRPr>
            </a:pPr>
            <a:r>
              <a:t>  ⑤  Add potatoes, cover &amp; cook on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349239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FFF0EB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5722"/>
                </a:solidFill>
                <a:latin typeface="Calibri"/>
              </a:defRPr>
            </a:pPr>
            <a:r>
              <a:t>⏱️ 10:00 [▶ Start]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1305"/>
                </a:solidFill>
                <a:latin typeface="Calibri"/>
              </a:defRPr>
            </a:pPr>
            <a:r>
              <a:t>Timer Features: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▶️  Start / Pause controls per step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🔔  Audio alert when timer hits zero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📱  Hands-free — no app switching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🔢  Multiple concurrent timers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💡  Jugaad swaps shown at bottom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Tech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Simple, fast, serverless architecture — zero hosting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8600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📱</a:t>
            </a:r>
            <a:br/>
            <a:r>
              <a:t>User</a:t>
            </a:r>
            <a:br/>
            <a:r>
              <a:t>(Mobile Browser)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28600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🌐</a:t>
            </a:r>
            <a:br/>
            <a:r>
              <a:t>Frontend</a:t>
            </a:r>
            <a:br/>
            <a:r>
              <a:t>HTML+CSS+JS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28600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E1305"/>
                </a:solidFill>
                <a:latin typeface="Calibri"/>
              </a:defRPr>
            </a:pPr>
            <a:r>
              <a:t>⚡</a:t>
            </a:r>
            <a:br/>
            <a:r>
              <a:t>Groq API</a:t>
            </a:r>
            <a:br/>
            <a:r>
              <a:t>(Cloud)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28600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🧠</a:t>
            </a:r>
            <a:br/>
            <a:r>
              <a:t>Llama 3.1 8B</a:t>
            </a:r>
            <a:br/>
            <a:r>
              <a:t>(LLM)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2286000"/>
            <a:ext cx="18288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🍳</a:t>
            </a:r>
            <a:br/>
            <a:r>
              <a:t>Recipe Cards</a:t>
            </a:r>
            <a:br/>
            <a:r>
              <a:t>+ Steps UI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9319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Why?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HTML5 + CSS3 + Vanilla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Zero dependencies, instant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AI Engine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Groq Cloud API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Fastest inference (~200ms)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LLM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Llama 3.1 8B Instant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Optimized for speed &amp; recipes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Custom CSS Variables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Premium design system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Fonts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Outfit + Plus Jakarta Sans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Modern premium typography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Icons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Remix Icon CDN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Lightweight icon library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AI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Carefully crafted prompts for structured, reliable recipe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1305"/>
                </a:solidFill>
                <a:latin typeface="Calibri"/>
              </a:defRPr>
            </a:pPr>
            <a:r>
              <a:t>The AI prompt is engineered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✅  USE ONLY the user's selected ingredients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✅  RESPECT equipment constraints (kettle/induction)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✅  STAY within time limits (10min / 20min)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✅  PROVIDE jugaad swaps for missing items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✅  OUTPUT strict JSON format for UI rendering</a:t>
            </a:r>
          </a:p>
          <a:p>
            <a:pPr>
              <a:spcAft>
                <a:spcPts val="600"/>
              </a:spcAft>
              <a:defRPr sz="1600">
                <a:solidFill>
                  <a:srgbClr val="3E1305"/>
                </a:solidFill>
                <a:latin typeface="Calibri"/>
              </a:defRPr>
            </a:pPr>
            <a:r>
              <a:t>✅  GENERATE 3-4 unique, diverse recipes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1A0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80FF80"/>
                </a:solidFill>
                <a:latin typeface="Consolas"/>
              </a:defRPr>
            </a:pPr>
            <a:r>
              <a:t>{ "recipes": [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{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"name": "Aloo Pyaaz Masala",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"time": "15 min",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"difficulty": "Easy",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"equipment": ["Induction"],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"matchPercent": 100,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"jugaadSwap": "No dahi?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   Use mayo + lemon",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"steps": [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  { "text": "Chop...",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    "timerMinutes": 0 }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  ]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  ]</a:t>
            </a:r>
          </a:p>
          <a:p>
            <a:pPr>
              <a:defRPr sz="1200">
                <a:solidFill>
                  <a:srgbClr val="80FF8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Premium mobile-first UI with micro-animations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🎨 Color Palette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Orange #FF5722, Rust #3E1305, Cream #FAF5EE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✨ Glassmorphism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Backdrop blur on headers &amp; modals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🎭 Micro-animations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Float, pulse, slide-up, scale-bounce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📱 Mobile-first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440px max-width viewport simulation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🔤 Typography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Outfit (headings) + Plus Jakarta Sans (body)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🌊 Gradients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Orange-to-rust gradient on CTAs &amp; selections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📐 Border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Rounded cards (24px), pill buttons (999px)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🎯 Touch targets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All buttons ≥ 44px for mobile accessibility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User Flow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End-to-end journey from landing to eating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🏠</a:t>
            </a:r>
            <a:br/>
            <a:r>
              <a:t>Landing</a:t>
            </a:r>
            <a:br/>
            <a:r>
              <a:t>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🍳</a:t>
            </a:r>
            <a:br/>
            <a:r>
              <a:t>Main</a:t>
            </a:r>
            <a:br/>
            <a: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⚡</a:t>
            </a:r>
            <a:br/>
            <a:r>
              <a:t>Set Hostel</a:t>
            </a:r>
            <a:br/>
            <a:r>
              <a:t>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🧊</a:t>
            </a:r>
            <a:br/>
            <a:r>
              <a:t>Select</a:t>
            </a:r>
            <a:br/>
            <a:r>
              <a:t>Ingredients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✨</a:t>
            </a:r>
            <a:br/>
            <a:r>
              <a:t>Get AI</a:t>
            </a:r>
            <a:br/>
            <a:r>
              <a:t>Recipes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📋</a:t>
            </a:r>
            <a:br/>
            <a:r>
              <a:t>View Recipe</a:t>
            </a:r>
            <a:br/>
            <a:r>
              <a:t>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F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👨‍🍳</a:t>
            </a:r>
            <a:br/>
            <a:r>
              <a:t>Cooking</a:t>
            </a:r>
            <a:br/>
            <a:r>
              <a:t>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2743200"/>
            <a:ext cx="1188720" cy="1371600"/>
          </a:xfrm>
          <a:prstGeom prst="roundRect">
            <a:avLst>
              <a:gd name="adj" fmla="val 15000"/>
            </a:avLst>
          </a:prstGeom>
          <a:solidFill>
            <a:srgbClr val="FFF0EB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300" b="1">
                <a:solidFill>
                  <a:srgbClr val="3E1305"/>
                </a:solidFill>
                <a:latin typeface="Calibri"/>
              </a:defRPr>
            </a:pPr>
            <a:r>
              <a:t>🍽️</a:t>
            </a:r>
            <a:br/>
            <a:r>
              <a:t>Cook</a:t>
            </a:r>
            <a:br/>
            <a:r>
              <a:t>&amp; Eat!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722"/>
                </a:solidFill>
                <a:latin typeface="Calibri"/>
              </a:defRPr>
            </a:pPr>
            <a:r>
              <a:t>⏱️  Total time from open to eating: Under 20 minutes!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Why CodeChef wins over existing solutions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2194560"/>
                <a:gridCol w="2286000"/>
              </a:tblGrid>
              <a:tr h="4800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YouTube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Recipe Apps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CodeChef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Ingredient-first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Hostel equipment filter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Unique!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Time constraint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Jugaad substitutes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AI-powered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Indian/Desi focused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100% Indian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Step-by-step timers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Built-in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No app install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Web-based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Who benefits most from CodeChef?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5720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Pain Level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🏫 College Hostellers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~4 Crore students in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🔴 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🏢 PG/Flat Students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~2 Crore young professionals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🟠 High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🏠 Working Professionals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Living alone, limited cooking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🟡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👨‍👩‍👧 Budget Families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Want to reduce food waste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🟡 Medium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0352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🎯  Primary Target: 18-25 year old Indian college students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Living in hostels, PGs, or shared flats with limited kitchen equipment and tight budgets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What's next for CodeChef?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031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v1.0 (Now)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Core ingredient → recipe 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Hostel Mode equipment filters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Jugaad smart substitutes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Step-by-step cooking with timers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Voice input — 'mere paas aloo hai'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🔜 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v1.1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Calorie tracker per recipe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🔜 Planned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Community recipes — share your jugaad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🔜 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v2.0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Photo scan — snap fridge, detect ingredients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E1305"/>
                          </a:solidFill>
                          <a:latin typeface="Calibri"/>
                        </a:defRPr>
                      </a:pPr>
                      <a:r>
                        <a:t>🔜 Planned</a:t>
                      </a:r>
                    </a:p>
                  </a:txBody>
                  <a:tcPr>
                    <a:solidFill>
                      <a:srgbClr val="FF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822960" cy="411480"/>
          </a:xfrm>
          <a:prstGeom prst="roundRect">
            <a:avLst>
              <a:gd name="adj" fmla="val 3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E1305"/>
                </a:solidFill>
                <a:latin typeface="Calibri"/>
              </a:defRPr>
            </a:pPr>
            <a:r>
              <a:t>🎬  Live Demo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6960"/>
                </a:solidFill>
                <a:latin typeface="Calibri"/>
              </a:defRPr>
            </a:pPr>
            <a:r>
              <a:t>For the Judges — follow these steps!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1:  Open the app → See the beautiful landing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50592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2:  Tap 'Open CodeChef &amp; Cook'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89504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3:  Enable Hostel Mode → Select 'Kettle'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328416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4:  Set time to '10 min'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767328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5:  Select: Maggi, Cheese, Pyaaz, Schezwan Sauce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06240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6:  Tap '✨ Get Instant Recipes'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645152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7:  See 3-4 AI recipes (all kettle-friendly!)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084064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8:  Tap 'View Cooking Steps' on any recipe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522976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9:  Start a timer in the cooking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961888"/>
            <a:ext cx="914400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E1305"/>
                </a:solidFill>
                <a:latin typeface="Calibri"/>
              </a:defRPr>
            </a:pPr>
            <a:r>
              <a:t>    Step 10: Notice the Jugaad Swap suggestions 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C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722"/>
                </a:solidFill>
                <a:latin typeface="Calibri"/>
              </a:defRPr>
            </a:pPr>
            <a:r>
              <a:t>🏆  Key Takeaway for Judges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9875520" cy="1371600"/>
          </a:xfrm>
          <a:prstGeom prst="roundRect">
            <a:avLst>
              <a:gd name="adj" fmla="val 8000"/>
            </a:avLst>
          </a:prstGeom>
          <a:solidFill>
            <a:srgbClr val="2A150A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i="1">
                <a:solidFill>
                  <a:srgbClr val="FFFFFF"/>
                </a:solidFill>
                <a:latin typeface="Calibri"/>
              </a:defRPr>
            </a:pPr>
            <a:r>
              <a:t>"CodeChef flips the recipe search model — instead of 'what dish do I want?', it answers 'what can I make with what I HAVE?' — and it does it in under 3 seconds with AI."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2A150A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🏠</a:t>
            </a:r>
          </a:p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Hostel Mode</a:t>
            </a:r>
          </a:p>
          <a:p>
            <a:pPr algn="ctr">
              <a:defRPr sz="1200">
                <a:solidFill>
                  <a:srgbClr val="7A6960"/>
                </a:solidFill>
                <a:latin typeface="Calibri"/>
              </a:defRPr>
            </a:pPr>
            <a:r>
              <a:t>The ONLY recipe tool that filters by hostel equipment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65760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2A150A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💡</a:t>
            </a:r>
          </a:p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Jugaad Swaps</a:t>
            </a:r>
          </a:p>
          <a:p>
            <a:pPr algn="ctr">
              <a:defRPr sz="1200">
                <a:solidFill>
                  <a:srgbClr val="7A6960"/>
                </a:solidFill>
                <a:latin typeface="Calibri"/>
              </a:defRPr>
            </a:pPr>
            <a:r>
              <a:t>AI suggests desi alternatives for missing ingredients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657600"/>
            <a:ext cx="3474720" cy="1828800"/>
          </a:xfrm>
          <a:prstGeom prst="roundRect">
            <a:avLst>
              <a:gd name="adj" fmla="val 10000"/>
            </a:avLst>
          </a:prstGeom>
          <a:solidFill>
            <a:srgbClr val="2A150A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⚡</a:t>
            </a:r>
          </a:p>
          <a:p>
            <a:pPr algn="ctr">
              <a:defRPr sz="2000" b="1">
                <a:solidFill>
                  <a:srgbClr val="FF5722"/>
                </a:solidFill>
                <a:latin typeface="Calibri"/>
              </a:defRPr>
            </a:pPr>
            <a:r>
              <a:t>Instant &amp; Free</a:t>
            </a:r>
          </a:p>
          <a:p>
            <a:pPr algn="ctr">
              <a:defRPr sz="1200">
                <a:solidFill>
                  <a:srgbClr val="7A6960"/>
                </a:solidFill>
                <a:latin typeface="Calibri"/>
              </a:defRPr>
            </a:pPr>
            <a:r>
              <a:t>No backend, no install, no cost — runs in the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43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Thank you! 🙏  Questions? Let's cook something live! 🍳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